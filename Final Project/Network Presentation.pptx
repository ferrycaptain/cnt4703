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7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519AF-C1C6-4178-B4A9-07A463E2E869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4C510-0664-4EE6-9493-ABA30E7CB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5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4C510-0664-4EE6-9493-ABA30E7CB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6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3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5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3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0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1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7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0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5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19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06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76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96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46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0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63499AA-FBEF-4177-B983-9419448E89BB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4539ACD-DCE8-4486-9926-D356BE1DC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39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ebopedia.com/quick_ref/topologies.asp" TargetMode="External"/><Relationship Id="rId3" Type="http://schemas.openxmlformats.org/officeDocument/2006/relationships/hyperlink" Target="https://en.wikipedia.org/wiki/Serial_cable" TargetMode="External"/><Relationship Id="rId7" Type="http://schemas.openxmlformats.org/officeDocument/2006/relationships/hyperlink" Target="http://searchnetworking.techtarget.com/definition/virtual-LAN" TargetMode="External"/><Relationship Id="rId2" Type="http://schemas.openxmlformats.org/officeDocument/2006/relationships/hyperlink" Target="http://computer.howstuffworks.com/ethernet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Network_switch" TargetMode="External"/><Relationship Id="rId5" Type="http://schemas.openxmlformats.org/officeDocument/2006/relationships/hyperlink" Target="http://whatis.techtarget.com/definition/server" TargetMode="External"/><Relationship Id="rId4" Type="http://schemas.openxmlformats.org/officeDocument/2006/relationships/hyperlink" Target="https://en.wikipedia.org/wiki/Router_(computing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Group 1 Network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Alex Lorenzo, </a:t>
            </a:r>
            <a:r>
              <a:rPr lang="en-US" dirty="0" err="1" smtClean="0"/>
              <a:t>Ryon</a:t>
            </a:r>
            <a:r>
              <a:rPr lang="en-US" dirty="0" smtClean="0"/>
              <a:t> Riley, Ian </a:t>
            </a:r>
            <a:r>
              <a:rPr lang="en-US" dirty="0" err="1" smtClean="0"/>
              <a:t>Vigrass</a:t>
            </a:r>
            <a:r>
              <a:rPr lang="en-US" dirty="0" smtClean="0"/>
              <a:t>, Brian </a:t>
            </a:r>
            <a:r>
              <a:rPr lang="en-US" dirty="0" err="1" smtClean="0"/>
              <a:t>Batinchok</a:t>
            </a:r>
            <a:r>
              <a:rPr lang="en-US" dirty="0" smtClean="0"/>
              <a:t>, Jesse Lambert, Edgar Castellanos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91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514600"/>
            <a:ext cx="9905998" cy="312420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Ethernet</a:t>
            </a:r>
          </a:p>
          <a:p>
            <a:r>
              <a:rPr lang="en-US" dirty="0" smtClean="0"/>
              <a:t>Serial cables</a:t>
            </a:r>
          </a:p>
          <a:p>
            <a:r>
              <a:rPr lang="en-US" dirty="0" smtClean="0"/>
              <a:t>Switches</a:t>
            </a:r>
          </a:p>
          <a:p>
            <a:r>
              <a:rPr lang="en-US" dirty="0" smtClean="0"/>
              <a:t>Routers</a:t>
            </a:r>
          </a:p>
          <a:p>
            <a:r>
              <a:rPr lang="en-US" dirty="0" smtClean="0"/>
              <a:t>Servers</a:t>
            </a:r>
          </a:p>
          <a:p>
            <a:r>
              <a:rPr lang="en-US" dirty="0" smtClean="0"/>
              <a:t>VLANS</a:t>
            </a:r>
          </a:p>
          <a:p>
            <a:r>
              <a:rPr lang="en-US" dirty="0" smtClean="0"/>
              <a:t>Network </a:t>
            </a:r>
            <a:r>
              <a:rPr lang="en-US" smtClean="0"/>
              <a:t>Toplogy</a:t>
            </a:r>
            <a:endParaRPr lang="en-US" dirty="0" smtClean="0"/>
          </a:p>
          <a:p>
            <a:r>
              <a:rPr lang="en-US" dirty="0" smtClean="0"/>
              <a:t>Our Topology</a:t>
            </a:r>
          </a:p>
          <a:p>
            <a:r>
              <a:rPr lang="en-US" dirty="0" smtClean="0"/>
              <a:t>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89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twisted pair and fiber optic links </a:t>
            </a:r>
          </a:p>
          <a:p>
            <a:r>
              <a:rPr lang="en-US" dirty="0" smtClean="0"/>
              <a:t>Created in 1980 and standardized in 1983</a:t>
            </a:r>
          </a:p>
          <a:p>
            <a:r>
              <a:rPr lang="en-US" dirty="0" smtClean="0"/>
              <a:t>Transmits data in pieces called frames</a:t>
            </a:r>
          </a:p>
          <a:p>
            <a:endParaRPr lang="en-US" dirty="0"/>
          </a:p>
        </p:txBody>
      </p:sp>
      <p:pic>
        <p:nvPicPr>
          <p:cNvPr id="1026" name="Picture 2" descr="http://techterms.com/img/def/42-144804562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13" y="3302811"/>
            <a:ext cx="3951287" cy="3951287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2846098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Cables</a:t>
            </a:r>
            <a:endParaRPr lang="en-US" dirty="0"/>
          </a:p>
        </p:txBody>
      </p:sp>
      <p:pic>
        <p:nvPicPr>
          <p:cNvPr id="6146" name="Picture 2" descr="http://www.usbgear.com/images/DB9PMM3FT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924" y="2327486"/>
            <a:ext cx="3072760" cy="216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35698" y="2258008"/>
            <a:ext cx="667138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 cable used to transfer information between two devices using the serial </a:t>
            </a:r>
            <a:r>
              <a:rPr lang="en-US" sz="20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protocol</a:t>
            </a:r>
            <a:endParaRPr lang="en-US" sz="20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000" cap="small" dirty="0" smtClean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In our topology, used to connect two routers together so they can communicate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sz="2000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52319" y="4646645"/>
            <a:ext cx="443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Example of a RS232 serial cable</a:t>
            </a:r>
          </a:p>
        </p:txBody>
      </p:sp>
    </p:spTree>
    <p:extLst>
      <p:ext uri="{BB962C8B-B14F-4D97-AF65-F5344CB8AC3E}">
        <p14:creationId xmlns:p14="http://schemas.microsoft.com/office/powerpoint/2010/main" val="156155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833" y="2219130"/>
            <a:ext cx="9905998" cy="3124201"/>
          </a:xfrm>
        </p:spPr>
        <p:txBody>
          <a:bodyPr/>
          <a:lstStyle/>
          <a:p>
            <a:r>
              <a:rPr lang="en-US" dirty="0" smtClean="0"/>
              <a:t>Connects devices together on a network</a:t>
            </a:r>
          </a:p>
          <a:p>
            <a:r>
              <a:rPr lang="en-US" dirty="0" smtClean="0"/>
              <a:t>Uses packet switching</a:t>
            </a:r>
          </a:p>
          <a:p>
            <a:r>
              <a:rPr lang="en-US" dirty="0" smtClean="0"/>
              <a:t>Each device’s MAC address is stored</a:t>
            </a:r>
          </a:p>
          <a:p>
            <a:r>
              <a:rPr lang="en-US" dirty="0" smtClean="0"/>
              <a:t>Delivers traffic only to correct device</a:t>
            </a:r>
            <a:endParaRPr lang="en-US" dirty="0"/>
          </a:p>
        </p:txBody>
      </p:sp>
      <p:pic>
        <p:nvPicPr>
          <p:cNvPr id="2056" name="Picture 8" descr="http://images10.newegg.com/ProductImage/12K-008X-00026-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331" y="2864498"/>
            <a:ext cx="4553338" cy="34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36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5334032" cy="3124201"/>
          </a:xfrm>
        </p:spPr>
        <p:txBody>
          <a:bodyPr/>
          <a:lstStyle/>
          <a:p>
            <a:r>
              <a:rPr lang="en-US" dirty="0" smtClean="0"/>
              <a:t>Perform traffic directing functions on the internet</a:t>
            </a:r>
          </a:p>
          <a:p>
            <a:r>
              <a:rPr lang="en-US" dirty="0" smtClean="0"/>
              <a:t>Uses a routing table to decide where packets go</a:t>
            </a:r>
          </a:p>
          <a:p>
            <a:endParaRPr lang="en-US" dirty="0"/>
          </a:p>
        </p:txBody>
      </p:sp>
      <p:pic>
        <p:nvPicPr>
          <p:cNvPr id="3076" name="Picture 4" descr="http://content.us.dlink.com/wp-content/uploads/2014/12/DIR-895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090" y="2514600"/>
            <a:ext cx="5106106" cy="286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23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functionality, information, and resources for devices</a:t>
            </a:r>
          </a:p>
          <a:p>
            <a:r>
              <a:rPr lang="en-US" dirty="0" smtClean="0"/>
              <a:t>Uses client-server model</a:t>
            </a:r>
          </a:p>
          <a:p>
            <a:r>
              <a:rPr lang="en-US" dirty="0" smtClean="0"/>
              <a:t>Client sends request to server</a:t>
            </a:r>
          </a:p>
          <a:p>
            <a:r>
              <a:rPr lang="en-US" dirty="0" smtClean="0"/>
              <a:t>Server performs action and sends response</a:t>
            </a:r>
            <a:endParaRPr lang="en-US" dirty="0"/>
          </a:p>
        </p:txBody>
      </p:sp>
      <p:pic>
        <p:nvPicPr>
          <p:cNvPr id="4100" name="Picture 4" descr="http://zdnet4.cbsistatic.com/hub/i/r/2014/10/05/2d1feab4-4c56-11e4-b6a0-d4ae52e95e57/resize/770xauto/de1fe95c64c99e39d7839e1518e6d781/markrazuredatacente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313" y="4229099"/>
            <a:ext cx="4369533" cy="192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VLANS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7000"/>
            <a:ext cx="5184742" cy="2352870"/>
          </a:xfrm>
        </p:spPr>
        <p:txBody>
          <a:bodyPr/>
          <a:lstStyle/>
          <a:p>
            <a:r>
              <a:rPr lang="en-US" dirty="0" smtClean="0"/>
              <a:t>A virtual </a:t>
            </a:r>
            <a:r>
              <a:rPr lang="en-US" dirty="0" err="1" smtClean="0"/>
              <a:t>lan</a:t>
            </a:r>
            <a:r>
              <a:rPr lang="en-US" dirty="0" smtClean="0"/>
              <a:t> – any broadcast domain that is partitioned and isolated in a computer network</a:t>
            </a:r>
          </a:p>
          <a:p>
            <a:r>
              <a:rPr lang="en-US" dirty="0" smtClean="0"/>
              <a:t>Typically comprised of one or more Ethernet </a:t>
            </a:r>
            <a:r>
              <a:rPr lang="en-US" dirty="0" err="1" smtClean="0"/>
              <a:t>swithces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55" y="1929597"/>
            <a:ext cx="5430415" cy="2898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90048" y="5019870"/>
            <a:ext cx="470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VLANS implemented in our topology</a:t>
            </a:r>
          </a:p>
        </p:txBody>
      </p:sp>
    </p:spTree>
    <p:extLst>
      <p:ext uri="{BB962C8B-B14F-4D97-AF65-F5344CB8AC3E}">
        <p14:creationId xmlns:p14="http://schemas.microsoft.com/office/powerpoint/2010/main" val="228023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666999"/>
            <a:ext cx="5791232" cy="3124201"/>
          </a:xfrm>
        </p:spPr>
        <p:txBody>
          <a:bodyPr/>
          <a:lstStyle/>
          <a:p>
            <a:r>
              <a:rPr lang="en-US" dirty="0" smtClean="0"/>
              <a:t>Arrangement of various elements of a computer network</a:t>
            </a:r>
          </a:p>
          <a:p>
            <a:r>
              <a:rPr lang="en-US" dirty="0" smtClean="0"/>
              <a:t>Devices are graphically mapped into a geometric shape</a:t>
            </a:r>
          </a:p>
          <a:p>
            <a:r>
              <a:rPr lang="en-US" dirty="0" smtClean="0"/>
              <a:t>Mapping the data flow between components determine the logical topology of the network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Topology</a:t>
            </a:r>
            <a:endParaRPr lang="en-US" dirty="0"/>
          </a:p>
        </p:txBody>
      </p:sp>
      <p:pic>
        <p:nvPicPr>
          <p:cNvPr id="5124" name="Picture 4" descr="http://networking.layer-x.com/pic/fig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384" y="2970243"/>
            <a:ext cx="4876476" cy="205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59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139" y="87085"/>
            <a:ext cx="9905998" cy="1905000"/>
          </a:xfrm>
        </p:spPr>
        <p:txBody>
          <a:bodyPr/>
          <a:lstStyle/>
          <a:p>
            <a:r>
              <a:rPr lang="en-US" dirty="0" smtClean="0"/>
              <a:t>Our Topology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650" y="2071396"/>
            <a:ext cx="8085526" cy="4315408"/>
          </a:xfrm>
        </p:spPr>
      </p:pic>
    </p:spTree>
    <p:extLst>
      <p:ext uri="{BB962C8B-B14F-4D97-AF65-F5344CB8AC3E}">
        <p14:creationId xmlns:p14="http://schemas.microsoft.com/office/powerpoint/2010/main" val="1578139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computer.howstuffworks.com/ethernet.htm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en.wikipedia.org/wiki/Serial_cable</a:t>
            </a:r>
            <a:endParaRPr lang="en-US" dirty="0" smtClean="0"/>
          </a:p>
          <a:p>
            <a:r>
              <a:rPr lang="en-US" dirty="0">
                <a:hlinkClick r:id="rId4"/>
              </a:rPr>
              <a:t>https://en.wikipedia.org/wiki/Router_(computing</a:t>
            </a:r>
            <a:r>
              <a:rPr lang="en-US" dirty="0" smtClean="0">
                <a:hlinkClick r:id="rId4"/>
              </a:rPr>
              <a:t>)</a:t>
            </a:r>
            <a:endParaRPr lang="en-US" dirty="0" smtClean="0"/>
          </a:p>
          <a:p>
            <a:r>
              <a:rPr lang="en-US" dirty="0">
                <a:hlinkClick r:id="rId5"/>
              </a:rPr>
              <a:t>http://</a:t>
            </a:r>
            <a:r>
              <a:rPr lang="en-US" dirty="0" smtClean="0">
                <a:hlinkClick r:id="rId5"/>
              </a:rPr>
              <a:t>whatis.techtarget.com/definition/server</a:t>
            </a:r>
            <a:endParaRPr lang="en-US" dirty="0" smtClean="0"/>
          </a:p>
          <a:p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en.wikipedia.org/wiki/Network_switch</a:t>
            </a:r>
            <a:endParaRPr lang="en-US" dirty="0" smtClean="0"/>
          </a:p>
          <a:p>
            <a:r>
              <a:rPr lang="en-US" dirty="0">
                <a:hlinkClick r:id="rId7"/>
              </a:rPr>
              <a:t>http://</a:t>
            </a:r>
            <a:r>
              <a:rPr lang="en-US" dirty="0" smtClean="0">
                <a:hlinkClick r:id="rId7"/>
              </a:rPr>
              <a:t>searchnetworking.techtarget.com/definition/virtual-LAN</a:t>
            </a:r>
            <a:endParaRPr lang="en-US" dirty="0" smtClean="0"/>
          </a:p>
          <a:p>
            <a:r>
              <a:rPr lang="en-US" dirty="0">
                <a:hlinkClick r:id="rId8"/>
              </a:rPr>
              <a:t>http://</a:t>
            </a:r>
            <a:r>
              <a:rPr lang="en-US" dirty="0" smtClean="0">
                <a:hlinkClick r:id="rId8"/>
              </a:rPr>
              <a:t>www.webopedia.com/quick_ref/topologies.asp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21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76</TotalTime>
  <Words>241</Words>
  <Application>Microsoft Office PowerPoint</Application>
  <PresentationFormat>Widescreen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Gothic</vt:lpstr>
      <vt:lpstr>Mesh</vt:lpstr>
      <vt:lpstr>Group 1 Network</vt:lpstr>
      <vt:lpstr>Outline</vt:lpstr>
      <vt:lpstr>Ethernet</vt:lpstr>
      <vt:lpstr>Serial Cables</vt:lpstr>
      <vt:lpstr>Switches</vt:lpstr>
      <vt:lpstr>Routers</vt:lpstr>
      <vt:lpstr>Servers</vt:lpstr>
      <vt:lpstr>VLANS</vt:lpstr>
      <vt:lpstr>Network Topology</vt:lpstr>
      <vt:lpstr>Our Topology</vt:lpstr>
      <vt:lpstr>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Stuff</dc:title>
  <dc:creator>Student</dc:creator>
  <cp:lastModifiedBy>Student</cp:lastModifiedBy>
  <cp:revision>45</cp:revision>
  <dcterms:created xsi:type="dcterms:W3CDTF">2016-07-25T17:05:06Z</dcterms:created>
  <dcterms:modified xsi:type="dcterms:W3CDTF">2016-07-25T18:21:26Z</dcterms:modified>
</cp:coreProperties>
</file>